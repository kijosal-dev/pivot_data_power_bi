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xml" ContentType="application/vnd.openxmlformats-officedocument.presentationml.notesSlide+xml"/>
  <Override PartName="/ppt/slides/slide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notesSlides/notesSlide3.xml" ContentType="application/vnd.openxmlformats-officedocument.presentationml.notesSlide+xml"/>
  <Override PartName="/ppt/slides/slide5.xml" ContentType="application/vnd.openxmlformats-officedocument.presentationml.slide+xml"/>
  <Override PartName="/ppt/notesSlides/notesSlide4.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elId0"/>
    <p:sldId id="258" r:id="RelId1"/>
    <p:sldId id="259" r:id="RelId2"/>
    <p:sldId id="260" r:id="Rel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80" autoAdjust="0"/>
    <p:restoredTop sz="86410" autoAdjust="0"/>
  </p:normalViewPr>
  <p:slideViewPr>
    <p:cSldViewPr snapToGrid="0" snapToObjects="1">
      <p:cViewPr varScale="1">
        <p:scale>
          <a:sx n="72" d="100"/>
          <a:sy n="72" d="100"/>
        </p:scale>
        <p:origin x="84" y="75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presProps" Target="presProps.xml" Id="rId3" /><Relationship Type="http://schemas.openxmlformats.org/officeDocument/2006/relationships/slide" Target="slides/slide1.xml" Id="rId2" /><Relationship Type="http://schemas.openxmlformats.org/officeDocument/2006/relationships/slideMaster" Target="slideMasters/slideMaster1.xml" Id="rId1" /><Relationship Type="http://schemas.openxmlformats.org/officeDocument/2006/relationships/tableStyles" Target="tableStyles.xml" Id="rId6" /><Relationship Type="http://schemas.openxmlformats.org/officeDocument/2006/relationships/theme" Target="theme/theme1.xml" Id="rId5" /><Relationship Type="http://schemas.openxmlformats.org/officeDocument/2006/relationships/viewProps" Target="viewProps.xml" Id="rId4" /><Relationship Type="http://schemas.openxmlformats.org/officeDocument/2006/relationships/slide" Target="/ppt/slides/slide2.xml" Id="RelId0" /><Relationship Type="http://schemas.openxmlformats.org/officeDocument/2006/relationships/slide" Target="/ppt/slides/slide3.xml" Id="RelId1" /><Relationship Type="http://schemas.openxmlformats.org/officeDocument/2006/relationships/slide" Target="/ppt/slides/slide4.xml" Id="RelId2" /><Relationship Type="http://schemas.openxmlformats.org/officeDocument/2006/relationships/slide" Target="/ppt/slides/slide5.xml" Id="RelId3" /></Relationships>
</file>

<file path=ppt/notesSlides/notesSlide.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Revenue by Manufacturer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Units by Manufacturer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Revenue by State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Revenue by Product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Units by Segment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2.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3.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4.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11/25/2020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11/25/2020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11/25/2020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p14="http://schemas.microsoft.com/office/powerpoint/2010/main"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11/25/2020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image" Target="../media/image1.png" Id="rId2" /><Relationship Type="http://schemas.openxmlformats.org/officeDocument/2006/relationships/slideLayout" Target="../slideLayouts/slideLayout7.xml" Id="rId1" /><Relationship Type="http://schemas.openxmlformats.org/officeDocument/2006/relationships/image" Target="../media/image3.png" Id="rId5" /><Relationship Type="http://schemas.openxmlformats.org/officeDocument/2006/relationships/image" Target="../media/image2.png" Id="rId4" /><Relationship Type="http://schemas.openxmlformats.org/officeDocument/2006/relationships/hyperlink" Target="https://app.powerbi.com/groups/me/reports/aa78f30e-e5cd-4cdd-adbc-d572075d1bd8?pbi_source=PowerPoint" TargetMode="External" Id="coverSlideHpLink" /></Relationships>
</file>

<file path=ppt/slides/_rels/slide2.xml.rels>&#65279;<?xml version="1.0" encoding="utf-8"?><Relationships xmlns="http://schemas.openxmlformats.org/package/2006/relationships"><Relationship Type="http://schemas.openxmlformats.org/officeDocument/2006/relationships/notesSlide" Target="/ppt/notesSlides/notesSlide.xml" Id="Rbf3cf245668d4019" /><Relationship Type="http://schemas.openxmlformats.org/officeDocument/2006/relationships/slideLayout" Target="/ppt/slideLayouts/slideLayout8.xml" Id="Rf9d337eef524485b" /><Relationship Type="http://schemas.openxmlformats.org/officeDocument/2006/relationships/hyperlink" Target="https://app.powerbi.com/groups/me/reports/aa78f30e-e5cd-4cdd-adbc-d572075d1bd8/?pbi_source=PowerPoint" TargetMode="External" Id="RelId0" /><Relationship Type="http://schemas.openxmlformats.org/officeDocument/2006/relationships/image" Target="/ppt/media/image4.png" Id="imgId63417783" /></Relationships>
</file>

<file path=ppt/slides/_rels/slide3.xml.rels>&#65279;<?xml version="1.0" encoding="utf-8"?><Relationships xmlns="http://schemas.openxmlformats.org/package/2006/relationships"><Relationship Type="http://schemas.openxmlformats.org/officeDocument/2006/relationships/notesSlide" Target="/ppt/notesSlides/notesSlide2.xml" Id="R13f12fbe81d845f6" /><Relationship Type="http://schemas.openxmlformats.org/officeDocument/2006/relationships/slideLayout" Target="/ppt/slideLayouts/slideLayout8.xml" Id="R26b60d3b72f246d3" /><Relationship Type="http://schemas.openxmlformats.org/officeDocument/2006/relationships/hyperlink" Target="https://app.powerbi.com/groups/me/reports/aa78f30e-e5cd-4cdd-adbc-d572075d1bd8/?pbi_source=PowerPoint" TargetMode="External" Id="RelId1" /><Relationship Type="http://schemas.openxmlformats.org/officeDocument/2006/relationships/image" Target="/ppt/media/image5.png" Id="imgId63417784" /></Relationships>
</file>

<file path=ppt/slides/_rels/slide4.xml.rels>&#65279;<?xml version="1.0" encoding="utf-8"?><Relationships xmlns="http://schemas.openxmlformats.org/package/2006/relationships"><Relationship Type="http://schemas.openxmlformats.org/officeDocument/2006/relationships/notesSlide" Target="/ppt/notesSlides/notesSlide3.xml" Id="R0d83c4ef5c8746e3" /><Relationship Type="http://schemas.openxmlformats.org/officeDocument/2006/relationships/slideLayout" Target="/ppt/slideLayouts/slideLayout8.xml" Id="R964f3cd1a25e4d96" /><Relationship Type="http://schemas.openxmlformats.org/officeDocument/2006/relationships/hyperlink" Target="https://app.powerbi.com/groups/me/reports/aa78f30e-e5cd-4cdd-adbc-d572075d1bd8/?pbi_source=PowerPoint" TargetMode="External" Id="RelId2" /><Relationship Type="http://schemas.openxmlformats.org/officeDocument/2006/relationships/image" Target="/ppt/media/image6.png" Id="imgId63417785" /></Relationships>
</file>

<file path=ppt/slides/_rels/slide5.xml.rels>&#65279;<?xml version="1.0" encoding="utf-8"?><Relationships xmlns="http://schemas.openxmlformats.org/package/2006/relationships"><Relationship Type="http://schemas.openxmlformats.org/officeDocument/2006/relationships/notesSlide" Target="/ppt/notesSlides/notesSlide4.xml" Id="R0430dbf8f6424ada" /><Relationship Type="http://schemas.openxmlformats.org/officeDocument/2006/relationships/slideLayout" Target="/ppt/slideLayouts/slideLayout8.xml" Id="R613c0732591e4722" /><Relationship Type="http://schemas.openxmlformats.org/officeDocument/2006/relationships/hyperlink" Target="https://app.powerbi.com/groups/me/reports/aa78f30e-e5cd-4cdd-adbc-d572075d1bd8/?pbi_source=PowerPoint" TargetMode="External" Id="RelId3" /><Relationship Type="http://schemas.openxmlformats.org/officeDocument/2006/relationships/image" Target="/ppt/media/image7.png" Id="imgId63417786" /></Relationships>
</file>

<file path=ppt/slides/slide1.xml><?xml version="1.0" encoding="utf-8"?>
<p:sld xmlns:adec="http://schemas.microsoft.com/office/drawing/2017/decorative"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810584" y="2982149"/>
            <a:ext cx="6314017"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F3C910"/>
                </a:solidFill>
                <a:effectLst/>
                <a:uLnTx/>
                <a:uFillTx/>
                <a:latin typeface="Segoe UI Light" charset="0"/>
                <a:ea typeface="Segoe UI Light" charset="0"/>
                <a:cs typeface="Segoe UI Light" charset="0"/>
              </a:rPr>
              <a:t>Power pivot Data Analysis</a:t>
            </a:r>
            <a:endPar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endParaRP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coverSlideHpLink"/>
              </a:rPr>
              <a:t>View in Power BI</a:t>
            </a:r>
            <a:endParaRPr lang="en-US" dirty="0">
              <a:solidFill>
                <a:schemeClr val="bg1"/>
              </a:solidFill>
            </a:endParaRPr>
          </a:p>
        </p:txBody>
      </p:sp>
      <p:sp>
        <p:nvSpPr>
          <p:cNvPr id="17" name="TextBox 16"/>
          <p:cNvSpPr txBox="1"/>
          <p:nvPr/>
        </p:nvSpPr>
        <p:spPr>
          <a:xfrm>
            <a:off x="832315" y="5823544"/>
            <a:ext cx="2177716" cy="369332"/>
          </a:xfrm>
          <a:prstGeom prst="rect">
            <a:avLst/>
          </a:prstGeom>
          <a:noFill/>
        </p:spPr>
        <p:txBody>
          <a:bodyPr wrap="square" rtlCol="0">
            <a:spAutoFit/>
          </a:bodyPr>
          <a:lstStyle/>
          <a:p>
            <a:r>
              <a:rPr lang="en-US" sz="900" b="1" i="0" dirty="0">
                <a:solidFill>
                  <a:schemeClr val="bg1"/>
                </a:solidFill>
                <a:latin typeface="Segoe UI Semibold" charset="0"/>
                <a:ea typeface="Segoe UI Semibold" charset="0"/>
                <a:cs typeface="Segoe UI Semibold" charset="0"/>
              </a:rPr>
              <a:t>Downloaded at:</a:t>
            </a:r>
          </a:p>
          <a:p>
            <a:r>
              <a:rPr lang="en-US" sz="900" b="0" i="0" dirty="0">
                <a:solidFill>
                  <a:schemeClr val="bg1"/>
                </a:solidFill>
                <a:latin typeface="Segoe UI" charset="0"/>
                <a:ea typeface="Segoe UI" charset="0"/>
                <a:cs typeface="Segoe UI" charset="0"/>
              </a:rPr>
              <a:t>27/10/2025 11:26:21 UTC</a:t>
            </a:r>
          </a:p>
        </p:txBody>
      </p:sp>
      <p:sp>
        <p:nvSpPr>
          <p:cNvPr id="10" name="TextBox 9"/>
          <p:cNvSpPr txBox="1"/>
          <p:nvPr/>
        </p:nvSpPr>
        <p:spPr>
          <a:xfrm>
            <a:off x="828512" y="5407903"/>
            <a:ext cx="2177716" cy="369332"/>
          </a:xfrm>
          <a:prstGeom prst="rect">
            <a:avLst/>
          </a:prstGeom>
          <a:noFill/>
        </p:spPr>
        <p:txBody>
          <a:bodyPr wrap="square" rtlCol="0">
            <a:spAutoFit/>
          </a:bodyPr>
          <a:lstStyle/>
          <a:p>
            <a:r>
              <a:rPr lang="en-US" sz="900" b="1" dirty="0">
                <a:solidFill>
                  <a:schemeClr val="bg1"/>
                </a:solidFill>
                <a:latin typeface="Segoe UI Semibold" charset="0"/>
                <a:ea typeface="Segoe UI Semibold" charset="0"/>
                <a:cs typeface="Segoe UI Semibold" charset="0"/>
              </a:rPr>
              <a:t>Last data refresh:</a:t>
            </a:r>
            <a:endParaRPr lang="en-US" sz="900" b="1" i="0" dirty="0">
              <a:solidFill>
                <a:schemeClr val="bg1"/>
              </a:solidFill>
              <a:latin typeface="Segoe UI Semibold" charset="0"/>
              <a:ea typeface="Segoe UI Semibold" charset="0"/>
              <a:cs typeface="Segoe UI Semibold" charset="0"/>
            </a:endParaRPr>
          </a:p>
          <a:p>
            <a:r>
              <a:rPr lang="en-US" sz="900" dirty="0">
                <a:solidFill>
                  <a:schemeClr val="bg1"/>
                </a:solidFill>
                <a:latin typeface="Segoe UI" charset="0"/>
                <a:ea typeface="Segoe UI" charset="0"/>
                <a:cs typeface="Segoe UI" charset="0"/>
              </a:rPr>
              <a:t>27/10/2025 11:19:20 UTC</a:t>
            </a:r>
            <a:endParaRPr lang="en-US" sz="900" b="0" i="0" dirty="0">
              <a:solidFill>
                <a:schemeClr val="bg1"/>
              </a:solidFill>
              <a:latin typeface="Segoe UI" charset="0"/>
              <a:ea typeface="Segoe UI" charset="0"/>
              <a:cs typeface="Segoe UI"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p="http://schemas.openxmlformats.org/presentationml/2006/main">
  <p:cSld>
    <p:spTree>
      <p:nvGrpSpPr>
        <p:cNvPr id="1" name=""/>
        <p:cNvGrpSpPr/>
        <p:nvPr/>
      </p:nvGrpSpPr>
      <p:grpSpPr/>
      <p:pic>
        <p:nvPicPr>
          <p:cNvPr id="3" name="Picture" title="This slide contains the following visuals: Revenue by Manufacturer ,Units by Manufacturer ,Revenue by State ,Revenue by Product ,Units by Segment ,card ,card ,slicer ,slicer ,card ,textbox. Please refer to the notes on this slide for details">
            <a:hlinkClick xmlns:r="http://schemas.openxmlformats.org/officeDocument/2006/relationships" xmlns:a="http://schemas.openxmlformats.org/drawingml/2006/main" r:id="RelId0"/>
          </p:cNvPr>
          <p:cNvPicPr>
            <a:picLocks xmlns:a="http://schemas.openxmlformats.org/drawingml/2006/main" noChangeAspect="1"/>
          </p:cNvPicPr>
          <p:nvPr/>
        </p:nvPicPr>
        <p:blipFill>
          <a:blip xmlns:r="http://schemas.openxmlformats.org/officeDocument/2006/relationships" xmlns:a="http://schemas.openxmlformats.org/drawingml/2006/main" r:embed="imgId63417783"/>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Dashboard</a:t>
            </a:r>
          </a:p>
        </p:txBody>
      </p:sp>
    </p:spTree>
    <p:clrMapOvr>
      <a:masterClrMapping xmlns:a="http://schemas.openxmlformats.org/drawingml/2006/main"/>
    </p:clrMapOvr>
  </p:cSld>
</p:sld>
</file>

<file path=ppt/slides/slide3.xml><?xml version="1.0" encoding="utf-8"?>
<p:sld xmlns:p="http://schemas.openxmlformats.org/presentationml/2006/main">
  <p:cSld>
    <p:spTree>
      <p:nvGrpSpPr>
        <p:cNvPr id="1" name=""/>
        <p:cNvGrpSpPr/>
        <p:nvPr/>
      </p:nvGrpSpPr>
      <p:grpSpPr/>
      <p:pic>
        <p:nvPicPr>
          <p:cNvPr id="3" name="Picture" title="This slide contains the following visuals: textbox ,textbox. Please refer to the notes on this slide for details">
            <a:hlinkClick xmlns:r="http://schemas.openxmlformats.org/officeDocument/2006/relationships" xmlns:a="http://schemas.openxmlformats.org/drawingml/2006/main" r:id="RelId1"/>
          </p:cNvPr>
          <p:cNvPicPr>
            <a:picLocks xmlns:a="http://schemas.openxmlformats.org/drawingml/2006/main" noChangeAspect="1"/>
          </p:cNvPicPr>
          <p:nvPr/>
        </p:nvPicPr>
        <p:blipFill>
          <a:blip xmlns:r="http://schemas.openxmlformats.org/officeDocument/2006/relationships" xmlns:a="http://schemas.openxmlformats.org/drawingml/2006/main" r:embed="imgId63417784"/>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Summary note</a:t>
            </a:r>
          </a:p>
        </p:txBody>
      </p:sp>
    </p:spTree>
    <p:clrMapOvr>
      <a:masterClrMapping xmlns:a="http://schemas.openxmlformats.org/drawingml/2006/main"/>
    </p:clrMapOvr>
  </p:cSld>
</p:sld>
</file>

<file path=ppt/slides/slide4.xml><?xml version="1.0" encoding="utf-8"?>
<p:sld xmlns:p="http://schemas.openxmlformats.org/presentationml/2006/main">
  <p:cSld>
    <p:spTree>
      <p:nvGrpSpPr>
        <p:cNvPr id="1" name=""/>
        <p:cNvGrpSpPr/>
        <p:nvPr/>
      </p:nvGrpSpPr>
      <p:grpSpPr/>
      <p:pic>
        <p:nvPicPr>
          <p:cNvPr id="3" name="Picture" title="This slide contains the following visuals: textbox ,textbox. Please refer to the notes on this slide for details">
            <a:hlinkClick xmlns:r="http://schemas.openxmlformats.org/officeDocument/2006/relationships" xmlns:a="http://schemas.openxmlformats.org/drawingml/2006/main" r:id="RelId2"/>
          </p:cNvPr>
          <p:cNvPicPr>
            <a:picLocks xmlns:a="http://schemas.openxmlformats.org/drawingml/2006/main" noChangeAspect="1"/>
          </p:cNvPicPr>
          <p:nvPr/>
        </p:nvPicPr>
        <p:blipFill>
          <a:blip xmlns:r="http://schemas.openxmlformats.org/officeDocument/2006/relationships" xmlns:a="http://schemas.openxmlformats.org/drawingml/2006/main" r:embed="imgId63417785"/>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Summary note</a:t>
            </a:r>
          </a:p>
        </p:txBody>
      </p:sp>
    </p:spTree>
    <p:clrMapOvr>
      <a:masterClrMapping xmlns:a="http://schemas.openxmlformats.org/drawingml/2006/main"/>
    </p:clrMapOvr>
  </p:cSld>
</p:sld>
</file>

<file path=ppt/slides/slide5.xml><?xml version="1.0" encoding="utf-8"?>
<p:sld xmlns:p="http://schemas.openxmlformats.org/presentationml/2006/main">
  <p:cSld>
    <p:spTree>
      <p:nvGrpSpPr>
        <p:cNvPr id="1" name=""/>
        <p:cNvGrpSpPr/>
        <p:nvPr/>
      </p:nvGrpSpPr>
      <p:grpSpPr/>
      <p:pic>
        <p:nvPicPr>
          <p:cNvPr id="3" name="Picture" title="This slide contains the following visuals: textbox ,textbox. Please refer to the notes on this slide for details">
            <a:hlinkClick xmlns:r="http://schemas.openxmlformats.org/officeDocument/2006/relationships" xmlns:a="http://schemas.openxmlformats.org/drawingml/2006/main" r:id="RelId3"/>
          </p:cNvPr>
          <p:cNvPicPr>
            <a:picLocks xmlns:a="http://schemas.openxmlformats.org/drawingml/2006/main" noChangeAspect="1"/>
          </p:cNvPicPr>
          <p:nvPr/>
        </p:nvPicPr>
        <p:blipFill>
          <a:blip xmlns:r="http://schemas.openxmlformats.org/officeDocument/2006/relationships" xmlns:a="http://schemas.openxmlformats.org/drawingml/2006/main" r:embed="imgId63417786"/>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Recommendations </a:t>
            </a:r>
          </a:p>
        </p:txBody>
      </p:sp>
    </p:spTree>
    <p:clrMapOvr>
      <a:masterClrMapping xmlns:a="http://schemas.openxmlformats.org/drawingml/2006/main"/>
    </p:clrMapOvr>
  </p:cSld>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TotalTime>
  <Words>27</Words>
  <Application>Microsoft Office PowerPoint</Application>
  <PresentationFormat>Widescreen</PresentationFormat>
  <Paragraphs>6</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Segoe UI</vt:lpstr>
      <vt:lpstr>Segoe UI Light</vt:lpstr>
      <vt:lpstr>Segoe UI Semibold</vt:lpstr>
      <vt:lpstr>Custom Design</vt:lpstr>
      <vt:lpstr>#Name of Power BI report#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Brian Butler</cp:lastModifiedBy>
  <cp:revision>4</cp:revision>
  <dcterms:created xsi:type="dcterms:W3CDTF">2016-09-04T11:54:55Z</dcterms:created>
  <dcterms:modified xsi:type="dcterms:W3CDTF">2020-11-25T15:29:01Z</dcterms:modified>
</cp:coreProperties>
</file>